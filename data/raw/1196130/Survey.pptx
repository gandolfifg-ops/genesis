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CABEB3-40CF-9BB1-3E49-F7B3122574AF}" name="Jason Harris" initials="JH" userId="S::21jdh10@queensu.ca::5b8ebafb-5e8a-4520-ad50-9b3b4e5052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3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58CF9-008C-4619-A2B6-3F96F12AB90B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B93-898D-4EA9-A306-B75B991278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779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B93-898D-4EA9-A306-B75B9912787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592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014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25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66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17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51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73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844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873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07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91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270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F94B2-80B5-42CA-B437-7A3C50B37B53}" type="datetimeFigureOut">
              <a:rPr lang="en-CA" smtClean="0"/>
              <a:t>2026-09-01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D4DBB-11F8-4B0D-90AF-56C876D7D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7358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queensu.qualtrics.com/jfe/form/SV_cuMwmrf4E17NGC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harris.jason@queensu.ca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F665345-E728-20A2-BA81-7F826BA7F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4" b="13534"/>
          <a:stretch>
            <a:fillRect/>
          </a:stretch>
        </p:blipFill>
        <p:spPr>
          <a:xfrm>
            <a:off x="0" y="899"/>
            <a:ext cx="7772400" cy="3779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CB97B-07B4-8196-5758-5851958E2A2F}"/>
              </a:ext>
            </a:extLst>
          </p:cNvPr>
          <p:cNvSpPr txBox="1"/>
          <p:nvPr/>
        </p:nvSpPr>
        <p:spPr>
          <a:xfrm>
            <a:off x="4100402" y="4289853"/>
            <a:ext cx="3240000" cy="1018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ARE YOU A PEOPLE PERSON, A THING PERSON, OR BOTH?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5E356-63F8-CA2A-CDB9-F27397182FEC}"/>
              </a:ext>
            </a:extLst>
          </p:cNvPr>
          <p:cNvSpPr txBox="1"/>
          <p:nvPr/>
        </p:nvSpPr>
        <p:spPr>
          <a:xfrm>
            <a:off x="817075" y="1890413"/>
            <a:ext cx="6224277" cy="1043532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>
                <a:shade val="15000"/>
              </a:schemeClr>
            </a:solidFill>
          </a:ln>
        </p:spPr>
        <p:txBody>
          <a:bodyPr wrap="square" tIns="90000" bIns="90000">
            <a:spAutoFit/>
          </a:bodyPr>
          <a:lstStyle/>
          <a:p>
            <a:pPr algn="ctr"/>
            <a:r>
              <a:rPr lang="en-CA" sz="2800" b="1" dirty="0"/>
              <a:t>PARTICIPATE IN OUR </a:t>
            </a:r>
          </a:p>
          <a:p>
            <a:pPr algn="ctr"/>
            <a:r>
              <a:rPr lang="en-CA" sz="2800" b="1" dirty="0"/>
              <a:t>INDIVIDUAL DIFFERENCES STUDY</a:t>
            </a:r>
            <a:endParaRPr lang="en-CA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F9EA8-20BA-F026-A4F9-30DF6783CD6E}"/>
              </a:ext>
            </a:extLst>
          </p:cNvPr>
          <p:cNvSpPr txBox="1"/>
          <p:nvPr/>
        </p:nvSpPr>
        <p:spPr>
          <a:xfrm>
            <a:off x="432000" y="5871726"/>
            <a:ext cx="3240000" cy="105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ELIGIBILITY</a:t>
            </a: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CA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 enrolled in a first-year undergraduate bachelor's degree program at Queen's University.</a:t>
            </a:r>
            <a:endParaRPr lang="en-C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085A8-FA64-E4B5-0EE5-D2815B6F1870}"/>
              </a:ext>
            </a:extLst>
          </p:cNvPr>
          <p:cNvSpPr txBox="1"/>
          <p:nvPr/>
        </p:nvSpPr>
        <p:spPr>
          <a:xfrm>
            <a:off x="432000" y="7315699"/>
            <a:ext cx="3240000" cy="1026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WHAT'S INVOLVED?</a:t>
            </a: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CA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One-time online survey</a:t>
            </a:r>
          </a:p>
          <a:p>
            <a:pPr algn="ctr"/>
            <a:r>
              <a:rPr lang="en-CA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Approximately 10 minutes</a:t>
            </a:r>
          </a:p>
          <a:p>
            <a:pPr algn="ctr">
              <a:spcAft>
                <a:spcPts val="600"/>
              </a:spcAft>
            </a:pPr>
            <a:r>
              <a:rPr lang="en-CA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 from anywhere</a:t>
            </a:r>
            <a:endParaRPr lang="en-CA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BA2FD8-30A8-87A9-A5DD-1EF11DA2A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6517"/>
            <a:ext cx="2552429" cy="10391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7E7A4-D280-9E87-1E1D-3D70D5AEB784}"/>
              </a:ext>
            </a:extLst>
          </p:cNvPr>
          <p:cNvSpPr txBox="1"/>
          <p:nvPr/>
        </p:nvSpPr>
        <p:spPr>
          <a:xfrm>
            <a:off x="559400" y="8578134"/>
            <a:ext cx="6653599" cy="42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CA" sz="105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study has received ethical approval by the Queen's University General Research Ethics Board (GREB)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1050" b="1" dirty="0"/>
              <a:t>Version: 1.1 </a:t>
            </a:r>
            <a:r>
              <a:rPr lang="en-US" sz="1050" b="1"/>
              <a:t>Date 2026-AUG-31</a:t>
            </a:r>
            <a:endParaRPr lang="en-CA" sz="105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C9A7EC-4D41-602C-32C4-727B40B95E5C}"/>
              </a:ext>
            </a:extLst>
          </p:cNvPr>
          <p:cNvSpPr txBox="1"/>
          <p:nvPr/>
        </p:nvSpPr>
        <p:spPr>
          <a:xfrm>
            <a:off x="4532400" y="9236751"/>
            <a:ext cx="324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Jason Harris</a:t>
            </a:r>
          </a:p>
          <a:p>
            <a:pPr>
              <a:buNone/>
            </a:pPr>
            <a:r>
              <a:rPr lang="en-CA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>
              <a:buNone/>
            </a:pPr>
            <a:r>
              <a:rPr lang="en-CA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Queen's University</a:t>
            </a:r>
          </a:p>
          <a:p>
            <a:pPr>
              <a:spcAft>
                <a:spcPts val="800"/>
              </a:spcAft>
            </a:pPr>
            <a:r>
              <a:rPr lang="en-CA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Email: </a:t>
            </a:r>
            <a:r>
              <a:rPr lang="en-CA" sz="1050" u="sng" kern="100" dirty="0">
                <a:solidFill>
                  <a:srgbClr val="46788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harris.jason@queensu.ca</a:t>
            </a:r>
            <a:endParaRPr lang="en-CA" sz="105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A6121-4C03-B2E0-89F1-FE177C65612D}"/>
              </a:ext>
            </a:extLst>
          </p:cNvPr>
          <p:cNvSpPr txBox="1"/>
          <p:nvPr/>
        </p:nvSpPr>
        <p:spPr>
          <a:xfrm>
            <a:off x="432000" y="4289853"/>
            <a:ext cx="3240000" cy="124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PURPOSE</a:t>
            </a: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CA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study examines individual differences, which examines how you orient with </a:t>
            </a:r>
            <a:r>
              <a:rPr lang="en-CA" sz="14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attend to </a:t>
            </a:r>
            <a:r>
              <a:rPr lang="en-CA" sz="1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environment.</a:t>
            </a:r>
            <a:endParaRPr lang="en-CA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57EA2D-BE16-BF4B-D59C-368F8DDE2734}"/>
              </a:ext>
            </a:extLst>
          </p:cNvPr>
          <p:cNvSpPr txBox="1"/>
          <p:nvPr/>
        </p:nvSpPr>
        <p:spPr>
          <a:xfrm>
            <a:off x="4100402" y="7531143"/>
            <a:ext cx="3240000" cy="81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CA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COMPENSATION</a:t>
            </a: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sz="1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Participants may choose to enter an appreciation draw.</a:t>
            </a:r>
            <a:endParaRPr lang="en-CA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60A03-776C-86A5-13BD-52F0FDB95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01" y="4921331"/>
            <a:ext cx="1905000" cy="190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890985-F761-E35E-1698-CD4BC06B53F1}"/>
              </a:ext>
            </a:extLst>
          </p:cNvPr>
          <p:cNvSpPr txBox="1"/>
          <p:nvPr/>
        </p:nvSpPr>
        <p:spPr>
          <a:xfrm>
            <a:off x="4306966" y="6858757"/>
            <a:ext cx="28268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b="0" i="0" dirty="0">
                <a:solidFill>
                  <a:schemeClr val="tx1"/>
                </a:solidFill>
                <a:effectLst/>
                <a:latin typeface="+mn-lt"/>
                <a:hlinkClick r:id="rId7"/>
              </a:rPr>
              <a:t>https://queensu.qualtrics.com/jfe/form/SV_cuMwmrf4E17NGC2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81980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492A4660C32E4EAEF1A8DA2D3F2715" ma:contentTypeVersion="14" ma:contentTypeDescription="Create a new document." ma:contentTypeScope="" ma:versionID="ce764020e3050dcf5d24493d4cc27a27">
  <xsd:schema xmlns:xsd="http://www.w3.org/2001/XMLSchema" xmlns:xs="http://www.w3.org/2001/XMLSchema" xmlns:p="http://schemas.microsoft.com/office/2006/metadata/properties" xmlns:ns2="90a66552-df63-498e-b0e5-c2548efc982b" xmlns:ns3="f0a91a23-3c23-4fc1-ae64-2641797e3880" targetNamespace="http://schemas.microsoft.com/office/2006/metadata/properties" ma:root="true" ma:fieldsID="234029e52cdf3b36f63f23d28768a5f0" ns2:_="" ns3:_="">
    <xsd:import namespace="90a66552-df63-498e-b0e5-c2548efc982b"/>
    <xsd:import namespace="f0a91a23-3c23-4fc1-ae64-2641797e3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66552-df63-498e-b0e5-c2548efc98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bd2e69d-a885-47d9-a849-8bc90acf94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a91a23-3c23-4fc1-ae64-2641797e38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c72ba-fdbe-426f-87cf-f4c14138b5f4}" ma:internalName="TaxCatchAll" ma:showField="CatchAllData" ma:web="f0a91a23-3c23-4fc1-ae64-2641797e3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a66552-df63-498e-b0e5-c2548efc982b">
      <Terms xmlns="http://schemas.microsoft.com/office/infopath/2007/PartnerControls"/>
    </lcf76f155ced4ddcb4097134ff3c332f>
    <TaxCatchAll xmlns="f0a91a23-3c23-4fc1-ae64-2641797e3880" xsi:nil="true"/>
  </documentManagement>
</p:properties>
</file>

<file path=customXml/itemProps1.xml><?xml version="1.0" encoding="utf-8"?>
<ds:datastoreItem xmlns:ds="http://schemas.openxmlformats.org/officeDocument/2006/customXml" ds:itemID="{3D3EA17B-F773-4A44-B9C4-0EE43D4829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a66552-df63-498e-b0e5-c2548efc982b"/>
    <ds:schemaRef ds:uri="f0a91a23-3c23-4fc1-ae64-2641797e38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080BA4-51A9-4E25-9C70-123FD26A81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D49244-D588-4E20-9C9C-BD6CA9B24151}">
  <ds:schemaRefs>
    <ds:schemaRef ds:uri="http://schemas.microsoft.com/office/2006/metadata/properties"/>
    <ds:schemaRef ds:uri="http://schemas.microsoft.com/office/infopath/2007/PartnerControls"/>
    <ds:schemaRef ds:uri="90a66552-df63-498e-b0e5-c2548efc982b"/>
    <ds:schemaRef ds:uri="f0a91a23-3c23-4fc1-ae64-2641797e38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131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Harris</dc:creator>
  <cp:lastModifiedBy>Jason Harris</cp:lastModifiedBy>
  <cp:revision>1</cp:revision>
  <dcterms:created xsi:type="dcterms:W3CDTF">2026-08-03T13:04:27Z</dcterms:created>
  <dcterms:modified xsi:type="dcterms:W3CDTF">2026-09-01T16:21:09Z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0x010100DB492A4660C32E4EAEF1A8DA2D3F2715</vt:lpwstr>
  </property>
  <property fmtid="{D5CDD505-2E9C-101B-9397-08002B2CF9AE}" pid="3" name="MediaServiceImageTags">
    <vt:lpwstr/>
  </property>
</Properties>
</file>